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sldIdLst>
    <p:sldId id="291" r:id="rId2"/>
    <p:sldId id="281" r:id="rId3"/>
    <p:sldId id="297" r:id="rId4"/>
    <p:sldId id="290" r:id="rId5"/>
    <p:sldId id="293" r:id="rId6"/>
    <p:sldId id="298" r:id="rId7"/>
    <p:sldId id="299" r:id="rId8"/>
    <p:sldId id="294" r:id="rId9"/>
    <p:sldId id="296" r:id="rId10"/>
    <p:sldId id="300" r:id="rId11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41" autoAdjust="0"/>
    <p:restoredTop sz="95033" autoAdjust="0"/>
  </p:normalViewPr>
  <p:slideViewPr>
    <p:cSldViewPr snapToGrid="0" snapToObjects="1">
      <p:cViewPr>
        <p:scale>
          <a:sx n="50" d="100"/>
          <a:sy n="50" d="100"/>
        </p:scale>
        <p:origin x="-10" y="845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AC256-9BE4-4EB7-4924-B99A1A5ED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48DC83CD-163C-ECF6-3889-9ED02E14E1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43B28D1A-D096-E1FA-DC64-1E54B9B2E8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CAEB3B2B-3360-AEDA-CCAF-4E735DA951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612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5E58F-07E6-C19B-4E83-1D7AC3293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10F1E237-0D51-9D35-EDF0-2518E2C1E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C10559-954C-3EA1-4E87-6CC1FBF3F4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44548F85-39A8-3336-CB25-EEB37161A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71775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0B8BE-3B28-F5A7-1FFA-954A6A237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42B46D6D-A78C-9743-AEAC-B3692B8B6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9BCFEC98-B32F-8CE3-05FA-10ABD4031FD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827D1D78-B123-CF97-96F2-70ECF03DED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6729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6D2B5-3E94-C894-CACC-3BB928271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E680736C-DA1A-66B9-C715-52A3C6931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AE5E380-82FF-C017-0A46-B0489F2CD7C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5F86BC41-56BA-0B16-1C97-DB64121857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1588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50" r="3250"/>
          <a:stretch/>
        </p:blipFill>
        <p:spPr>
          <a:xfrm>
            <a:off x="6708238" y="2002819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62813" y="-123636"/>
            <a:ext cx="12390119" cy="1376437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chemeClr val="tx2"/>
                </a:solidFill>
                <a:latin typeface="Garamond" panose="02020404030301010803" pitchFamily="18" charset="0"/>
              </a:rPr>
              <a:t>INNO</a:t>
            </a:r>
            <a:r>
              <a:rPr lang="en-IN" sz="3200" b="1" dirty="0">
                <a:solidFill>
                  <a:schemeClr val="tx2"/>
                </a:solidFill>
                <a:latin typeface="Garamond" panose="02020404030301010803" pitchFamily="18" charset="0"/>
              </a:rPr>
              <a:t>TRACK INTERNSHIP PROGRAM - </a:t>
            </a:r>
            <a:r>
              <a:rPr lang="en-US" sz="3200" b="1" dirty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32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2813" y="1129165"/>
            <a:ext cx="6061788" cy="465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– Mithilesh K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Name –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CartSense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Customer Purchase &amp; Churn Predictor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–AI-Powered Customer Analytics &amp; churn predictor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VH NO – VH13675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10847439" y="0"/>
            <a:ext cx="1122868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79071" y="434977"/>
            <a:ext cx="10972800" cy="136522"/>
          </a:xfrm>
        </p:spPr>
        <p:txBody>
          <a:bodyPr/>
          <a:lstStyle/>
          <a:p>
            <a:pPr eaLnBrk="1" hangingPunct="1"/>
            <a:r>
              <a:rPr lang="en-IN" sz="3600" b="1" dirty="0" err="1"/>
              <a:t>CartSense</a:t>
            </a:r>
            <a:r>
              <a:rPr lang="en-IN" sz="3600" b="1" dirty="0"/>
              <a:t> – Customer Purchase &amp; Churn Predictor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465398" y="7262380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0886134" y="57097"/>
            <a:ext cx="1122868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DD118E77-3DAB-3E65-10B9-8939E3ABF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071" y="1025383"/>
            <a:ext cx="1020009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4FF8F0-C0D0-8DB7-93A1-609481979E0E}"/>
              </a:ext>
            </a:extLst>
          </p:cNvPr>
          <p:cNvSpPr txBox="1"/>
          <p:nvPr/>
        </p:nvSpPr>
        <p:spPr>
          <a:xfrm>
            <a:off x="742011" y="1584345"/>
            <a:ext cx="1117091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CartSense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Customer Purchase &amp; Churn Predictor is an AI-powered web application that helps businesses predict customer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details and predicts whether a customer is likely to continue purchasing or churn. The application also helps manage customer records and view prediction history. It is designed with a simple and easy-to-use interface. The main goal of this project is to improve customer retention and support better business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EAE2B-4011-21F6-7EB2-89DA4C043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AD7C89B-D405-F7E7-87F0-F5213617E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2C670-B0DB-E0C7-5DEF-43F231165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8D1E2D2-1DE6-FFC8-837A-833070980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5398" y="7262380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48CEFA6-8BD6-ECF7-58C0-506392549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19" y="256516"/>
            <a:ext cx="5516880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Idea </a:t>
            </a:r>
          </a:p>
          <a:p>
            <a:pPr marL="285750" lvl="0" indent="-285750" defTabSz="914400" eaLnBrk="0" hangingPunct="0">
              <a:buFont typeface="Arial" panose="020B0604020202020204" pitchFamily="34" charset="0"/>
              <a:buChar char="•"/>
            </a:pPr>
            <a:r>
              <a:rPr lang="en-IN" sz="2000" dirty="0" err="1"/>
              <a:t>CartSense</a:t>
            </a:r>
            <a:r>
              <a:rPr lang="en-IN" sz="2000" dirty="0"/>
              <a:t> is an AI-powered web application that helps businesses </a:t>
            </a:r>
            <a:r>
              <a:rPr lang="en-IN" sz="2000" dirty="0" err="1"/>
              <a:t>analyze</a:t>
            </a:r>
            <a:r>
              <a:rPr lang="en-IN" sz="2000" dirty="0"/>
              <a:t> customer </a:t>
            </a:r>
            <a:r>
              <a:rPr lang="en-IN" sz="2000" dirty="0" err="1"/>
              <a:t>behavior</a:t>
            </a:r>
            <a:r>
              <a:rPr lang="en-IN" sz="2000" dirty="0"/>
              <a:t> and predict whether a customer is likely to continue purchasing or churn.</a:t>
            </a:r>
          </a:p>
          <a:p>
            <a:pPr marL="285750" indent="-285750" defTabSz="914400" eaLnBrk="0" hangingPunct="0">
              <a:buFont typeface="Arial" panose="020B0604020202020204" pitchFamily="34" charset="0"/>
              <a:buChar char="•"/>
            </a:pPr>
            <a:r>
              <a:rPr lang="en-IN" sz="2000" dirty="0"/>
              <a:t>The idea is to enable businesses to identify at-risk customers early and improve customer retention</a:t>
            </a:r>
            <a:r>
              <a:rPr lang="en-IN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 marL="457200" lvl="0" indent="-457200" defTabSz="914400" eaLnBrk="0" hangingPunct="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users to enter customer details, processes the data using a Machine Learning model, and predicts the customer's churn status.</a:t>
            </a:r>
          </a:p>
          <a:p>
            <a:pPr marL="457200" indent="-457200" defTabSz="914400" eaLnBrk="0" hangingPunct="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stores customer records, displays prediction results, and provides a dashboard for managing customer information efficiently</a:t>
            </a:r>
            <a:r>
              <a:rPr lang="en-IN" sz="2000" dirty="0"/>
              <a:t>.</a:t>
            </a:r>
          </a:p>
          <a:p>
            <a:pPr marL="457200" lvl="0" indent="-457200" defTabSz="914400" eaLnBrk="0" hangingPunct="0">
              <a:buFont typeface="Arial" panose="020B0604020202020204" pitchFamily="34" charset="0"/>
              <a:buChar char="•"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A6FAC0C-0E45-4344-C0F6-BDEC2F3A112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492122" y="161974"/>
            <a:ext cx="551688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Uniqueness: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customer churn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prediction using Machine Learning.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user-friendly, and responsive interface.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record management with prediction history.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dashboard for better business insights.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as an affordable and easy-to-use solution for small businesses and startups.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9362AD8-DA0B-52CD-BDB0-D7FA8321F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0886134" y="57097"/>
            <a:ext cx="1122868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5719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5991" y="-239528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708468" y="683599"/>
            <a:ext cx="6297211" cy="6617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to be Used: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HTML, CSS3, JavaScript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Python, Flask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SQLite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Visual Studio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Code,git,github,google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collab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Logistic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Regression,Numpy,Pandas,Joblib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enters customer details through the web application, and the input data is validated and processed. The Logistic Regression model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processed data, predicts whether the customer is likely to churn or continue purchasing, and displays the result while storing the record in the SQLite database.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 flipH="1" flipV="1">
            <a:off x="4042064" y="8749144"/>
            <a:ext cx="606136" cy="45719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28E3439-E6F7-92DA-023D-A777A57FDA13}"/>
              </a:ext>
            </a:extLst>
          </p:cNvPr>
          <p:cNvSpPr/>
          <p:nvPr/>
        </p:nvSpPr>
        <p:spPr>
          <a:xfrm>
            <a:off x="457200" y="1217347"/>
            <a:ext cx="5159828" cy="47562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METHODOLOGY IMAGE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F933E35-BF28-A8D3-C1CF-AED30185C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0886134" y="57097"/>
            <a:ext cx="1122868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95D9F0-1065-A82F-5407-B932EA8E0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1" y="1052185"/>
            <a:ext cx="5315670" cy="52179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56353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 flipV="1">
            <a:off x="4648200" y="8427026"/>
            <a:ext cx="3204000" cy="332509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761BBFF-CDFD-C81B-D30B-F96C7DDB0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0886134" y="57097"/>
            <a:ext cx="1122868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4265CD-007A-5F97-BB94-58FD64557702}"/>
              </a:ext>
            </a:extLst>
          </p:cNvPr>
          <p:cNvSpPr txBox="1"/>
          <p:nvPr/>
        </p:nvSpPr>
        <p:spPr>
          <a:xfrm>
            <a:off x="822960" y="1284687"/>
            <a:ext cx="105460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technically feasible as it is built using open-source technologies such as Python, Flask, SQLite, and a Logistic Regression Machine Learning model.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easy to develop, deploy, maintain, and can run efficiently on standard hardware without requiring high-end infrastructure.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cost-effective solution for businesses 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predict customer churn.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helps organizations improve customer retention, reduce customer loss, and make data-driven business decisions.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features a simple and user-friendly interface, making it suitable for both technical and non-technical users.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deployed on cloud platforms, making it accessible anytime and anywhere through a web browser.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71A64-9F1C-D019-045B-D88671598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3260B45-2AEF-5DA2-3314-D5934A065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6353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CCAED73B-6D01-B448-C991-25EA96471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CHALLENGES FACED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9CA1F-FA22-1507-4E8F-18342F79A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3745487-F433-F3D9-6FCB-FF30B42B2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V="1">
            <a:off x="4648200" y="8427026"/>
            <a:ext cx="3204000" cy="332509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158E64C-217A-6880-CA08-45A5A838A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0886134" y="57097"/>
            <a:ext cx="1122868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DF6D54-B1ED-C69D-D3E1-950F6D68AC38}"/>
              </a:ext>
            </a:extLst>
          </p:cNvPr>
          <p:cNvSpPr txBox="1"/>
          <p:nvPr/>
        </p:nvSpPr>
        <p:spPr>
          <a:xfrm>
            <a:off x="957732" y="1166842"/>
            <a:ext cx="1027653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Machine Learning model and integrating the trained .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with the Flask application.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a responsive and user-friendly UI/UX for better user experience.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 the frontend, backend, and database to ensure smooth data flow.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input validation and preventing errors during prediction.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customer records with Create, Read, Update, and Delete (CRUD) operations.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the complete prediction workflow and fixing integration bugs.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Preparing the project for deployment by configuring the required files (requirements.txt,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Procfile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runtime.txt).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Organizing the project structure to make it professional, scalable, and easy to maintain. </a:t>
            </a:r>
          </a:p>
        </p:txBody>
      </p:sp>
    </p:spTree>
    <p:extLst>
      <p:ext uri="{BB962C8B-B14F-4D97-AF65-F5344CB8AC3E}">
        <p14:creationId xmlns:p14="http://schemas.microsoft.com/office/powerpoint/2010/main" val="3969691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6DB8C-2957-A56A-4448-164770DEC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B3E545-EF3A-0EEF-1D14-8C89E90BF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26EC2057-AD07-A13D-E128-6F81F391C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9CB5B-78C3-8B22-B382-842C8A78F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C4A5B7C-41FA-8831-CA91-814A3E3D4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V="1">
            <a:off x="4648200" y="8427026"/>
            <a:ext cx="3204000" cy="332509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BACA13F-038C-5AE4-2999-60D463731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0886134" y="57097"/>
            <a:ext cx="1122868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B8BB98-8C09-121E-D7D5-3B98064A8D87}"/>
              </a:ext>
            </a:extLst>
          </p:cNvPr>
          <p:cNvSpPr txBox="1"/>
          <p:nvPr/>
        </p:nvSpPr>
        <p:spPr>
          <a:xfrm>
            <a:off x="929640" y="960121"/>
            <a:ext cx="107746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advanced Machine Learning and Deep Learning models to improve prediction accuracy.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real-time customer analytics and interactive dashboards with charts and reports.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secure user authentication and role-based access control (Admin, Manager, Employee).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email and SMS notifications to alert businesses about high-risk customers.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cloud databases (MySQL/PostgreSQL) and deploy the application on cloud platforms for better scalability.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 for Android and iOS to enable access from anywhere.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customer segmentation and personalized retention recommendations based on AI.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with CRM and ERP systems through APIs for seamless business integration.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real-time data synchronization and automated report generation. </a:t>
            </a:r>
          </a:p>
        </p:txBody>
      </p:sp>
    </p:spTree>
    <p:extLst>
      <p:ext uri="{BB962C8B-B14F-4D97-AF65-F5344CB8AC3E}">
        <p14:creationId xmlns:p14="http://schemas.microsoft.com/office/powerpoint/2010/main" val="1115224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41514" y="21176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 flipV="1">
            <a:off x="4648200" y="7383462"/>
            <a:ext cx="3204000" cy="503238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D8870D0-6E18-8D86-1EAA-6BB5F10B7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0886134" y="57097"/>
            <a:ext cx="1122868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2936A9-1A7B-F09F-7D05-F6C4A77D4104}"/>
              </a:ext>
            </a:extLst>
          </p:cNvPr>
          <p:cNvSpPr txBox="1"/>
          <p:nvPr/>
        </p:nvSpPr>
        <p:spPr>
          <a:xfrm>
            <a:off x="1188720" y="1164177"/>
            <a:ext cx="100584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Helps businesses identify customers who are likely to churn at an early stage. Improves customer retention by supporting timely engagement and retention strategies.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 Enables data-driven decision-making through AI-based customer </a:t>
            </a:r>
            <a:r>
              <a:rPr lang="en-IN" sz="2400" dirty="0" err="1"/>
              <a:t>behavior</a:t>
            </a:r>
            <a:r>
              <a:rPr lang="en-IN" sz="2400" dirty="0"/>
              <a:t>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 Reduces customer loss and helps increase customer loyalty and business growth.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Saves time by automating the customer analysis and prediction process. Provides a simple, user-friendly interface for efficient customer record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 Stores prediction history, making it easier to track customer trends over time. Cost-effective solution suitable for small businesses, startups, and growing organizations.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 flipV="1">
            <a:off x="4648200" y="7689272"/>
            <a:ext cx="3204000" cy="72736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21C7591-12AE-A801-55B2-B5615E722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46" y="3621146"/>
            <a:ext cx="5926536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07F54C9-3E0D-4CEB-007D-2B6668938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0886134" y="57097"/>
            <a:ext cx="1122868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B1915E-C3CE-1B2F-72C1-B41ADEEAA54B}"/>
              </a:ext>
            </a:extLst>
          </p:cNvPr>
          <p:cNvSpPr txBox="1"/>
          <p:nvPr/>
        </p:nvSpPr>
        <p:spPr>
          <a:xfrm>
            <a:off x="1310640" y="1524000"/>
            <a:ext cx="99517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CartSense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Customer Purchase &amp; Churn Predictor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AI-powered web application that helps businesses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predict customer churn. By combining Machine Learning with a user-friendly web interface, the system supports better customer management and data-driven decision-making. It improves customer retention, reduces business losses, and provides an efficient platform for managing customer information. With future enhancements,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CartSense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potential to become a scalable and valuable solution for organizations of all sizes.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7BA7-C9E8-4E3A-904D-240482711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B3F4A49-9F4E-C1EF-770C-9D3DA21B7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381F5D99-5B39-27CF-8B4D-D374544B1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800" y="2293554"/>
            <a:ext cx="10972800" cy="1143000"/>
          </a:xfrm>
        </p:spPr>
        <p:txBody>
          <a:bodyPr/>
          <a:lstStyle/>
          <a:p>
            <a:pPr eaLnBrk="1" hangingPunct="1"/>
            <a:r>
              <a:rPr lang="en-US" sz="4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THANK YOU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13171-07B4-24B6-E4D2-670827EDD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05D744F-E833-BAA6-AB6D-98C84B42F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V="1">
            <a:off x="4648200" y="7689272"/>
            <a:ext cx="3204000" cy="72736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5AC406C-78E7-57B1-6A85-02C08AC70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46" y="3621146"/>
            <a:ext cx="5926536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566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8683</TotalTime>
  <Words>935</Words>
  <Application>Microsoft Office PowerPoint</Application>
  <PresentationFormat>Widescreen</PresentationFormat>
  <Paragraphs>87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INNOTRACK INTERNSHIP PROGRAM - 2026</vt:lpstr>
      <vt:lpstr>CartSense – Customer Purchase &amp; Churn Predictor</vt:lpstr>
      <vt:lpstr>PowerPoint Presentation</vt:lpstr>
      <vt:lpstr>TECHNICAL APPROACH</vt:lpstr>
      <vt:lpstr>FEASIBILITY AND VIABILITY</vt:lpstr>
      <vt:lpstr>CHALLENGES FACED</vt:lpstr>
      <vt:lpstr>FUTURE ENHANCEMENTS</vt:lpstr>
      <vt:lpstr>IMPACT AND BENEFITS</vt:lpstr>
      <vt:lpstr>CONCLUSION</vt:lpstr>
      <vt:lpstr>THANK YOU 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Mithilesh kumaresan</cp:lastModifiedBy>
  <cp:revision>175</cp:revision>
  <dcterms:created xsi:type="dcterms:W3CDTF">2013-12-12T18:46:50Z</dcterms:created>
  <dcterms:modified xsi:type="dcterms:W3CDTF">2026-07-18T10:32:01Z</dcterms:modified>
  <cp:category/>
</cp:coreProperties>
</file>